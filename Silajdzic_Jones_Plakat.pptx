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4"/>
  </p:sldMasterIdLst>
  <p:notesMasterIdLst>
    <p:notesMasterId r:id="rId7"/>
  </p:notesMasterIdLst>
  <p:sldIdLst>
    <p:sldId id="258" r:id="rId5"/>
    <p:sldId id="257" r:id="rId6"/>
  </p:sldIdLst>
  <p:sldSz cx="30275213" cy="21383625"/>
  <p:notesSz cx="6858000" cy="9144000"/>
  <p:defaultTextStyle>
    <a:defPPr>
      <a:defRPr lang="de-DE"/>
    </a:defPPr>
    <a:lvl1pPr marL="0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1pPr>
    <a:lvl2pPr marL="1238098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2pPr>
    <a:lvl3pPr marL="2476195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3pPr>
    <a:lvl4pPr marL="3714293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4pPr>
    <a:lvl5pPr marL="4952390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5pPr>
    <a:lvl6pPr marL="6190488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6pPr>
    <a:lvl7pPr marL="7428586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7pPr>
    <a:lvl8pPr marL="8666683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8pPr>
    <a:lvl9pPr marL="9904781" algn="l" defTabSz="2476195" rtl="0" eaLnBrk="1" latinLnBrk="0" hangingPunct="1">
      <a:defRPr sz="487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AADB22-53F5-49B1-869F-5D23E6892312}" v="38" dt="2025-12-05T16:47:27.7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6"/>
    <p:restoredTop sz="95073"/>
  </p:normalViewPr>
  <p:slideViewPr>
    <p:cSldViewPr snapToGrid="0" snapToObjects="1">
      <p:cViewPr varScale="1">
        <p:scale>
          <a:sx n="18" d="100"/>
          <a:sy n="18" d="100"/>
        </p:scale>
        <p:origin x="15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Jones" userId="05fd09ff656560cc" providerId="LiveId" clId="{48F5BBED-CD52-40F0-B7C6-59A18EF4B9A4}"/>
    <pc:docChg chg="addSld modSld">
      <pc:chgData name="Daniel Jones" userId="05fd09ff656560cc" providerId="LiveId" clId="{48F5BBED-CD52-40F0-B7C6-59A18EF4B9A4}" dt="2025-12-05T16:47:27.713" v="40"/>
      <pc:docMkLst>
        <pc:docMk/>
      </pc:docMkLst>
      <pc:sldChg chg="modTransition modAnim">
        <pc:chgData name="Daniel Jones" userId="05fd09ff656560cc" providerId="LiveId" clId="{48F5BBED-CD52-40F0-B7C6-59A18EF4B9A4}" dt="2025-12-05T16:47:27.713" v="40"/>
        <pc:sldMkLst>
          <pc:docMk/>
          <pc:sldMk cId="1204506291" sldId="257"/>
        </pc:sldMkLst>
      </pc:sldChg>
      <pc:sldChg chg="addSp modSp new mod">
        <pc:chgData name="Daniel Jones" userId="05fd09ff656560cc" providerId="LiveId" clId="{48F5BBED-CD52-40F0-B7C6-59A18EF4B9A4}" dt="2025-12-05T16:43:58.628" v="7" actId="1076"/>
        <pc:sldMkLst>
          <pc:docMk/>
          <pc:sldMk cId="1506617824" sldId="258"/>
        </pc:sldMkLst>
        <pc:spChg chg="add mod">
          <ac:chgData name="Daniel Jones" userId="05fd09ff656560cc" providerId="LiveId" clId="{48F5BBED-CD52-40F0-B7C6-59A18EF4B9A4}" dt="2025-12-05T16:42:30.614" v="3" actId="207"/>
          <ac:spMkLst>
            <pc:docMk/>
            <pc:sldMk cId="1506617824" sldId="258"/>
            <ac:spMk id="2" creationId="{FF5FF567-BE77-2D3A-04FA-F7CEB712174F}"/>
          </ac:spMkLst>
        </pc:spChg>
        <pc:picChg chg="add mod">
          <ac:chgData name="Daniel Jones" userId="05fd09ff656560cc" providerId="LiveId" clId="{48F5BBED-CD52-40F0-B7C6-59A18EF4B9A4}" dt="2025-12-05T16:43:58.628" v="7" actId="1076"/>
          <ac:picMkLst>
            <pc:docMk/>
            <pc:sldMk cId="1506617824" sldId="258"/>
            <ac:picMk id="1026" creationId="{E885143B-39D0-9487-0ECF-057FAB75948F}"/>
          </ac:picMkLst>
        </pc:picChg>
      </pc:sldChg>
    </pc:docChg>
  </pc:docChgLst>
  <pc:docChgLst>
    <pc:chgData name="Kevin Silajdzic" userId="d2e2836cfd35c8f3" providerId="LiveId" clId="{57371E0D-1E80-4DA4-B097-74EE63E4A05A}"/>
    <pc:docChg chg="undo custSel delSld modSld">
      <pc:chgData name="Kevin Silajdzic" userId="d2e2836cfd35c8f3" providerId="LiveId" clId="{57371E0D-1E80-4DA4-B097-74EE63E4A05A}" dt="2025-11-26T07:45:53.584" v="499" actId="1076"/>
      <pc:docMkLst>
        <pc:docMk/>
      </pc:docMkLst>
      <pc:sldChg chg="addSp delSp modSp mod">
        <pc:chgData name="Kevin Silajdzic" userId="d2e2836cfd35c8f3" providerId="LiveId" clId="{57371E0D-1E80-4DA4-B097-74EE63E4A05A}" dt="2025-11-26T07:45:53.584" v="499" actId="1076"/>
        <pc:sldMkLst>
          <pc:docMk/>
          <pc:sldMk cId="1204506291" sldId="257"/>
        </pc:sldMkLst>
        <pc:spChg chg="mod">
          <ac:chgData name="Kevin Silajdzic" userId="d2e2836cfd35c8f3" providerId="LiveId" clId="{57371E0D-1E80-4DA4-B097-74EE63E4A05A}" dt="2025-11-05T13:18:58.114" v="63" actId="20577"/>
          <ac:spMkLst>
            <pc:docMk/>
            <pc:sldMk cId="1204506291" sldId="257"/>
            <ac:spMk id="9" creationId="{00000000-0000-0000-0000-000000000000}"/>
          </ac:spMkLst>
        </pc:spChg>
        <pc:spChg chg="mod">
          <ac:chgData name="Kevin Silajdzic" userId="d2e2836cfd35c8f3" providerId="LiveId" clId="{57371E0D-1E80-4DA4-B097-74EE63E4A05A}" dt="2025-11-05T13:19:36.710" v="162" actId="20577"/>
          <ac:spMkLst>
            <pc:docMk/>
            <pc:sldMk cId="1204506291" sldId="257"/>
            <ac:spMk id="10" creationId="{00000000-0000-0000-0000-000000000000}"/>
          </ac:spMkLst>
        </pc:spChg>
        <pc:spChg chg="mod">
          <ac:chgData name="Kevin Silajdzic" userId="d2e2836cfd35c8f3" providerId="LiveId" clId="{57371E0D-1E80-4DA4-B097-74EE63E4A05A}" dt="2025-11-05T13:18:38.758" v="7" actId="20577"/>
          <ac:spMkLst>
            <pc:docMk/>
            <pc:sldMk cId="1204506291" sldId="257"/>
            <ac:spMk id="12" creationId="{00000000-0000-0000-0000-000000000000}"/>
          </ac:spMkLst>
        </pc:spChg>
        <pc:spChg chg="mod">
          <ac:chgData name="Kevin Silajdzic" userId="d2e2836cfd35c8f3" providerId="LiveId" clId="{57371E0D-1E80-4DA4-B097-74EE63E4A05A}" dt="2025-11-05T13:20:47.717" v="175" actId="20577"/>
          <ac:spMkLst>
            <pc:docMk/>
            <pc:sldMk cId="1204506291" sldId="257"/>
            <ac:spMk id="14" creationId="{00000000-0000-0000-0000-000000000000}"/>
          </ac:spMkLst>
        </pc:spChg>
        <pc:spChg chg="mod">
          <ac:chgData name="Kevin Silajdzic" userId="d2e2836cfd35c8f3" providerId="LiveId" clId="{57371E0D-1E80-4DA4-B097-74EE63E4A05A}" dt="2025-11-05T13:24:37.471" v="334" actId="20577"/>
          <ac:spMkLst>
            <pc:docMk/>
            <pc:sldMk cId="1204506291" sldId="257"/>
            <ac:spMk id="16" creationId="{00000000-0000-0000-0000-000000000000}"/>
          </ac:spMkLst>
        </pc:spChg>
        <pc:spChg chg="mod">
          <ac:chgData name="Kevin Silajdzic" userId="d2e2836cfd35c8f3" providerId="LiveId" clId="{57371E0D-1E80-4DA4-B097-74EE63E4A05A}" dt="2025-11-05T13:21:52.358" v="332" actId="20577"/>
          <ac:spMkLst>
            <pc:docMk/>
            <pc:sldMk cId="1204506291" sldId="257"/>
            <ac:spMk id="18" creationId="{00000000-0000-0000-0000-000000000000}"/>
          </ac:spMkLst>
        </pc:spChg>
        <pc:spChg chg="add mod">
          <ac:chgData name="Kevin Silajdzic" userId="d2e2836cfd35c8f3" providerId="LiveId" clId="{57371E0D-1E80-4DA4-B097-74EE63E4A05A}" dt="2025-11-26T07:08:36.050" v="491" actId="20577"/>
          <ac:spMkLst>
            <pc:docMk/>
            <pc:sldMk cId="1204506291" sldId="257"/>
            <ac:spMk id="22" creationId="{31C133C1-8F3E-655D-0664-F1A5F1ED279F}"/>
          </ac:spMkLst>
        </pc:spChg>
        <pc:spChg chg="add mod">
          <ac:chgData name="Kevin Silajdzic" userId="d2e2836cfd35c8f3" providerId="LiveId" clId="{57371E0D-1E80-4DA4-B097-74EE63E4A05A}" dt="2025-11-12T13:24:26.482" v="432" actId="14100"/>
          <ac:spMkLst>
            <pc:docMk/>
            <pc:sldMk cId="1204506291" sldId="257"/>
            <ac:spMk id="23" creationId="{501772FF-1A36-02AE-D1FF-8AA641011A44}"/>
          </ac:spMkLst>
        </pc:spChg>
        <pc:spChg chg="add mod">
          <ac:chgData name="Kevin Silajdzic" userId="d2e2836cfd35c8f3" providerId="LiveId" clId="{57371E0D-1E80-4DA4-B097-74EE63E4A05A}" dt="2025-11-12T13:31:53.462" v="481" actId="1076"/>
          <ac:spMkLst>
            <pc:docMk/>
            <pc:sldMk cId="1204506291" sldId="257"/>
            <ac:spMk id="24" creationId="{36ECEC83-108F-73FC-1DD5-80DB5B78A686}"/>
          </ac:spMkLst>
        </pc:spChg>
        <pc:picChg chg="add mod">
          <ac:chgData name="Kevin Silajdzic" userId="d2e2836cfd35c8f3" providerId="LiveId" clId="{57371E0D-1E80-4DA4-B097-74EE63E4A05A}" dt="2025-11-26T07:45:53.584" v="499" actId="1076"/>
          <ac:picMkLst>
            <pc:docMk/>
            <pc:sldMk cId="1204506291" sldId="257"/>
            <ac:picMk id="3" creationId="{C97BB7E7-8961-AA28-58EC-DB2A96F9C393}"/>
          </ac:picMkLst>
        </pc:picChg>
      </pc:sldChg>
    </pc:docChg>
  </pc:docChgLst>
  <pc:docChgLst>
    <pc:chgData name="Schnell-Birgmann Maximilian" userId="S::maximilian.schnell@htl-braunau.at::32849b36-06ab-4a85-9adb-d13d6bc5abf2" providerId="AD" clId="Web-{8F6560FB-6B67-4383-9435-33859E900882}"/>
    <pc:docChg chg="addSld delSld">
      <pc:chgData name="Schnell-Birgmann Maximilian" userId="S::maximilian.schnell@htl-braunau.at::32849b36-06ab-4a85-9adb-d13d6bc5abf2" providerId="AD" clId="Web-{8F6560FB-6B67-4383-9435-33859E900882}" dt="2025-11-05T11:38:47.887" v="1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D82327-8AB2-764B-A726-DEEEC9C695BA}" type="datetimeFigureOut">
              <a:rPr lang="de-DE" smtClean="0"/>
              <a:t>05.12.2025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244600" y="1143000"/>
            <a:ext cx="4368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A331F-A1FE-314F-A342-58581E0FB08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2451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kt Elektron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Bild 1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274166" cy="21383625"/>
          </a:xfrm>
          <a:prstGeom prst="rect">
            <a:avLst/>
          </a:prstGeom>
        </p:spPr>
      </p:pic>
      <p:sp>
        <p:nvSpPr>
          <p:cNvPr id="9" name="Textfeld 8"/>
          <p:cNvSpPr txBox="1"/>
          <p:nvPr userDrawn="1"/>
        </p:nvSpPr>
        <p:spPr>
          <a:xfrm>
            <a:off x="12293600" y="304800"/>
            <a:ext cx="184731" cy="8424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237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kt Elektrotechn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274166" cy="2138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460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kt Mechatron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274166" cy="2138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501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kt Informationstechnolog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30275213" cy="213875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kt Abteilungsübergreif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274166" cy="2138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012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5375" y="1009650"/>
            <a:ext cx="20799425" cy="1080271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kumimoji="0" lang="de-DE" sz="7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PROJEKTNAME</a:t>
            </a:r>
            <a:endParaRPr lang="en-US" dirty="0"/>
          </a:p>
        </p:txBody>
      </p:sp>
      <p:sp>
        <p:nvSpPr>
          <p:cNvPr id="8" name="Textfeld 7"/>
          <p:cNvSpPr txBox="1"/>
          <p:nvPr userDrawn="1"/>
        </p:nvSpPr>
        <p:spPr>
          <a:xfrm>
            <a:off x="1095375" y="1969886"/>
            <a:ext cx="10156825" cy="135875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4400" dirty="0">
                <a:solidFill>
                  <a:schemeClr val="bg1">
                    <a:alpha val="60000"/>
                  </a:schemeClr>
                </a:solidFill>
              </a:rPr>
              <a:t>Untertitel</a:t>
            </a:r>
            <a:r>
              <a:rPr lang="de-DE" sz="4400" baseline="0" dirty="0">
                <a:solidFill>
                  <a:schemeClr val="bg1">
                    <a:alpha val="60000"/>
                  </a:schemeClr>
                </a:solidFill>
              </a:rPr>
              <a:t> für das Projekt, der auch über zwei Zeilen gehen kann</a:t>
            </a:r>
            <a:endParaRPr lang="de-DE" sz="4400" dirty="0">
              <a:solidFill>
                <a:schemeClr val="bg1">
                  <a:alpha val="60000"/>
                </a:schemeClr>
              </a:solidFill>
            </a:endParaRPr>
          </a:p>
        </p:txBody>
      </p:sp>
      <p:sp>
        <p:nvSpPr>
          <p:cNvPr id="11" name="Textfeld 10"/>
          <p:cNvSpPr txBox="1"/>
          <p:nvPr userDrawn="1"/>
        </p:nvSpPr>
        <p:spPr>
          <a:xfrm>
            <a:off x="22580600" y="1079500"/>
            <a:ext cx="6599238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 dirty="0">
                <a:solidFill>
                  <a:schemeClr val="bg1"/>
                </a:solidFill>
              </a:rPr>
              <a:t>DIPLOMARBEIT</a:t>
            </a:r>
            <a:r>
              <a:rPr lang="de-DE" sz="3200" baseline="0" dirty="0">
                <a:solidFill>
                  <a:schemeClr val="bg1"/>
                </a:solidFill>
              </a:rPr>
              <a:t>  2016/17</a:t>
            </a:r>
            <a:endParaRPr lang="de-DE" sz="3200" dirty="0">
              <a:solidFill>
                <a:schemeClr val="bg1"/>
              </a:solidFill>
            </a:endParaRPr>
          </a:p>
        </p:txBody>
      </p:sp>
      <p:pic>
        <p:nvPicPr>
          <p:cNvPr id="12" name="Bild 11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5374" y="19113090"/>
            <a:ext cx="2130425" cy="1152935"/>
          </a:xfrm>
          <a:prstGeom prst="rect">
            <a:avLst/>
          </a:prstGeom>
        </p:spPr>
      </p:pic>
      <p:sp>
        <p:nvSpPr>
          <p:cNvPr id="13" name="Textfeld 12"/>
          <p:cNvSpPr txBox="1"/>
          <p:nvPr userDrawn="1"/>
        </p:nvSpPr>
        <p:spPr>
          <a:xfrm>
            <a:off x="22783800" y="18140731"/>
            <a:ext cx="20274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 dirty="0">
                <a:solidFill>
                  <a:schemeClr val="bg1">
                    <a:alpha val="60000"/>
                  </a:schemeClr>
                </a:solidFill>
              </a:rPr>
              <a:t>KLASSE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25065040" y="18140730"/>
            <a:ext cx="20274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DE" sz="3200" dirty="0">
                <a:solidFill>
                  <a:schemeClr val="bg1"/>
                </a:solidFill>
              </a:rPr>
              <a:t>5 ABCH</a:t>
            </a:r>
          </a:p>
        </p:txBody>
      </p:sp>
      <p:sp>
        <p:nvSpPr>
          <p:cNvPr id="15" name="Textfeld 14"/>
          <p:cNvSpPr txBox="1"/>
          <p:nvPr userDrawn="1"/>
        </p:nvSpPr>
        <p:spPr>
          <a:xfrm>
            <a:off x="22783800" y="18650685"/>
            <a:ext cx="20274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 dirty="0">
                <a:solidFill>
                  <a:schemeClr val="bg1">
                    <a:alpha val="60000"/>
                  </a:schemeClr>
                </a:solidFill>
              </a:rPr>
              <a:t>BETREUER</a:t>
            </a:r>
          </a:p>
        </p:txBody>
      </p:sp>
      <p:sp>
        <p:nvSpPr>
          <p:cNvPr id="16" name="Textfeld 15"/>
          <p:cNvSpPr txBox="1"/>
          <p:nvPr userDrawn="1"/>
        </p:nvSpPr>
        <p:spPr>
          <a:xfrm>
            <a:off x="25065039" y="18650684"/>
            <a:ext cx="356652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DE" sz="3200">
                <a:solidFill>
                  <a:schemeClr val="bg1"/>
                </a:solidFill>
              </a:rPr>
              <a:t>DI Franz Gruber</a:t>
            </a:r>
            <a:endParaRPr lang="de-DE" sz="3200" dirty="0">
              <a:solidFill>
                <a:schemeClr val="bg1"/>
              </a:solidFill>
            </a:endParaRPr>
          </a:p>
        </p:txBody>
      </p:sp>
      <p:sp>
        <p:nvSpPr>
          <p:cNvPr id="17" name="Textfeld 16"/>
          <p:cNvSpPr txBox="1"/>
          <p:nvPr userDrawn="1"/>
        </p:nvSpPr>
        <p:spPr>
          <a:xfrm>
            <a:off x="21691600" y="19160637"/>
            <a:ext cx="31196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>
                <a:solidFill>
                  <a:schemeClr val="bg1">
                    <a:alpha val="60000"/>
                  </a:schemeClr>
                </a:solidFill>
              </a:rPr>
              <a:t>PROJEKTANTEN</a:t>
            </a:r>
            <a:endParaRPr lang="de-DE" sz="3200" dirty="0">
              <a:solidFill>
                <a:schemeClr val="bg1">
                  <a:alpha val="60000"/>
                </a:schemeClr>
              </a:solidFill>
            </a:endParaRPr>
          </a:p>
        </p:txBody>
      </p:sp>
      <p:sp>
        <p:nvSpPr>
          <p:cNvPr id="18" name="Textfeld 17"/>
          <p:cNvSpPr txBox="1"/>
          <p:nvPr userDrawn="1"/>
        </p:nvSpPr>
        <p:spPr>
          <a:xfrm>
            <a:off x="25065040" y="19160636"/>
            <a:ext cx="4348160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DE" sz="3200" dirty="0">
                <a:solidFill>
                  <a:schemeClr val="bg1"/>
                </a:solidFill>
              </a:rPr>
              <a:t>Johann</a:t>
            </a:r>
            <a:r>
              <a:rPr lang="de-DE" sz="3200" baseline="0" dirty="0">
                <a:solidFill>
                  <a:schemeClr val="bg1"/>
                </a:solidFill>
              </a:rPr>
              <a:t> Langernachname</a:t>
            </a:r>
          </a:p>
          <a:p>
            <a:pPr algn="l"/>
            <a:r>
              <a:rPr lang="de-DE" sz="3200" baseline="0" dirty="0">
                <a:solidFill>
                  <a:schemeClr val="bg1"/>
                </a:solidFill>
              </a:rPr>
              <a:t>Michaela Maier</a:t>
            </a:r>
          </a:p>
          <a:p>
            <a:pPr algn="l"/>
            <a:r>
              <a:rPr lang="de-DE" sz="3200" baseline="0" dirty="0">
                <a:solidFill>
                  <a:schemeClr val="bg1"/>
                </a:solidFill>
              </a:rPr>
              <a:t>Johanna Huber</a:t>
            </a:r>
            <a:endParaRPr lang="de-DE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478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7" r:id="rId4"/>
    <p:sldLayoutId id="2147483666" r:id="rId5"/>
  </p:sldLayoutIdLst>
  <p:txStyles>
    <p:titleStyle>
      <a:lvl1pPr marL="0" marR="0" indent="0" algn="l" defTabSz="2851191" rtl="0" eaLnBrk="1" fontAlgn="auto" latinLnBrk="0" hangingPunct="1">
        <a:lnSpc>
          <a:spcPct val="90000"/>
        </a:lnSpc>
        <a:spcBef>
          <a:spcPct val="0"/>
        </a:spcBef>
        <a:spcAft>
          <a:spcPts val="0"/>
        </a:spcAft>
        <a:buClrTx/>
        <a:buSzTx/>
        <a:buFontTx/>
        <a:buNone/>
        <a:tabLst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36">
          <p15:clr>
            <a:srgbClr val="F26B43"/>
          </p15:clr>
        </p15:guide>
        <p15:guide id="2" pos="690">
          <p15:clr>
            <a:srgbClr val="F26B43"/>
          </p15:clr>
        </p15:guide>
        <p15:guide id="3" pos="9635">
          <p15:clr>
            <a:srgbClr val="F26B43"/>
          </p15:clr>
        </p15:guide>
        <p15:guide id="4" pos="18381">
          <p15:clr>
            <a:srgbClr val="F26B43"/>
          </p15:clr>
        </p15:guide>
        <p15:guide id="5" orient="horz" pos="6835">
          <p15:clr>
            <a:srgbClr val="F26B43"/>
          </p15:clr>
        </p15:guide>
        <p15:guide id="6" orient="horz" pos="127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FF5FF567-BE77-2D3A-04FA-F7CEB712174F}"/>
              </a:ext>
            </a:extLst>
          </p:cNvPr>
          <p:cNvSpPr/>
          <p:nvPr/>
        </p:nvSpPr>
        <p:spPr>
          <a:xfrm>
            <a:off x="0" y="0"/>
            <a:ext cx="30833568" cy="213836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pic>
        <p:nvPicPr>
          <p:cNvPr id="1026" name="Picture 2" descr="Vorhang auf – Kino-Vorhänge finden und aufhängen | Heimkino Praxis">
            <a:extLst>
              <a:ext uri="{FF2B5EF4-FFF2-40B4-BE49-F238E27FC236}">
                <a16:creationId xmlns:a16="http://schemas.microsoft.com/office/drawing/2014/main" id="{E885143B-39D0-9487-0ECF-057FAB759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38912" y="-1"/>
            <a:ext cx="32075438" cy="21383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661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 txBox="1">
            <a:spLocks/>
          </p:cNvSpPr>
          <p:nvPr/>
        </p:nvSpPr>
        <p:spPr>
          <a:xfrm>
            <a:off x="1095375" y="1009650"/>
            <a:ext cx="20799425" cy="1080271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0" marR="0" indent="0" algn="l" defTabSz="2851191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72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7800" dirty="0">
                <a:solidFill>
                  <a:prstClr val="white"/>
                </a:solidFill>
                <a:latin typeface="Arial" panose="020B0604020202020204"/>
              </a:rPr>
              <a:t>Former </a:t>
            </a:r>
            <a:r>
              <a:rPr lang="de-DE" sz="7800" dirty="0" err="1">
                <a:solidFill>
                  <a:prstClr val="white"/>
                </a:solidFill>
                <a:latin typeface="Arial" panose="020B0604020202020204"/>
              </a:rPr>
              <a:t>Glove</a:t>
            </a:r>
            <a:endParaRPr lang="en-US" dirty="0"/>
          </a:p>
        </p:txBody>
      </p:sp>
      <p:sp>
        <p:nvSpPr>
          <p:cNvPr id="10" name="Textfeld 9"/>
          <p:cNvSpPr txBox="1"/>
          <p:nvPr/>
        </p:nvSpPr>
        <p:spPr>
          <a:xfrm>
            <a:off x="1095375" y="1969886"/>
            <a:ext cx="10156825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4400" dirty="0">
                <a:solidFill>
                  <a:schemeClr val="bg1">
                    <a:alpha val="60000"/>
                  </a:schemeClr>
                </a:solidFill>
              </a:rPr>
              <a:t>Stärke beginnt mit richtiger Form</a:t>
            </a:r>
          </a:p>
        </p:txBody>
      </p:sp>
      <p:pic>
        <p:nvPicPr>
          <p:cNvPr id="11" name="Bild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5374" y="19113090"/>
            <a:ext cx="2130425" cy="1152935"/>
          </a:xfrm>
          <a:prstGeom prst="rect">
            <a:avLst/>
          </a:prstGeom>
        </p:spPr>
      </p:pic>
      <p:sp>
        <p:nvSpPr>
          <p:cNvPr id="12" name="Textfeld 11"/>
          <p:cNvSpPr txBox="1"/>
          <p:nvPr/>
        </p:nvSpPr>
        <p:spPr>
          <a:xfrm>
            <a:off x="22580600" y="1079500"/>
            <a:ext cx="6599238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 dirty="0">
                <a:solidFill>
                  <a:schemeClr val="bg1"/>
                </a:solidFill>
              </a:rPr>
              <a:t>DIPLOMARBEIT</a:t>
            </a:r>
            <a:r>
              <a:rPr lang="de-DE" sz="3200" baseline="0" dirty="0">
                <a:solidFill>
                  <a:schemeClr val="bg1"/>
                </a:solidFill>
              </a:rPr>
              <a:t>  2025/26</a:t>
            </a:r>
            <a:endParaRPr lang="de-DE" sz="3200" dirty="0">
              <a:solidFill>
                <a:schemeClr val="bg1"/>
              </a:solidFill>
            </a:endParaRPr>
          </a:p>
        </p:txBody>
      </p:sp>
      <p:sp>
        <p:nvSpPr>
          <p:cNvPr id="13" name="Textfeld 12"/>
          <p:cNvSpPr txBox="1"/>
          <p:nvPr/>
        </p:nvSpPr>
        <p:spPr>
          <a:xfrm>
            <a:off x="22783800" y="18140731"/>
            <a:ext cx="20274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 dirty="0">
                <a:solidFill>
                  <a:schemeClr val="bg1">
                    <a:alpha val="60000"/>
                  </a:schemeClr>
                </a:solidFill>
              </a:rPr>
              <a:t>KLASSE</a:t>
            </a:r>
          </a:p>
        </p:txBody>
      </p:sp>
      <p:sp>
        <p:nvSpPr>
          <p:cNvPr id="14" name="Textfeld 13"/>
          <p:cNvSpPr txBox="1"/>
          <p:nvPr/>
        </p:nvSpPr>
        <p:spPr>
          <a:xfrm>
            <a:off x="25065040" y="18140730"/>
            <a:ext cx="20274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DE" sz="3200" dirty="0">
                <a:solidFill>
                  <a:schemeClr val="bg1"/>
                </a:solidFill>
              </a:rPr>
              <a:t>5 AHELS</a:t>
            </a:r>
          </a:p>
        </p:txBody>
      </p:sp>
      <p:sp>
        <p:nvSpPr>
          <p:cNvPr id="15" name="Textfeld 14"/>
          <p:cNvSpPr txBox="1"/>
          <p:nvPr/>
        </p:nvSpPr>
        <p:spPr>
          <a:xfrm>
            <a:off x="22783800" y="18650685"/>
            <a:ext cx="20274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 dirty="0">
                <a:solidFill>
                  <a:schemeClr val="bg1">
                    <a:alpha val="60000"/>
                  </a:schemeClr>
                </a:solidFill>
              </a:rPr>
              <a:t>BETREUER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25065039" y="18650684"/>
            <a:ext cx="4601955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DE" sz="3200" dirty="0">
                <a:solidFill>
                  <a:schemeClr val="bg1"/>
                </a:solidFill>
              </a:rPr>
              <a:t>Dipl.-Ing. Mario </a:t>
            </a:r>
            <a:r>
              <a:rPr lang="de-DE" sz="3200" dirty="0" err="1">
                <a:solidFill>
                  <a:schemeClr val="bg1"/>
                </a:solidFill>
              </a:rPr>
              <a:t>Preishuber</a:t>
            </a:r>
            <a:endParaRPr lang="de-DE" sz="3200" dirty="0">
              <a:solidFill>
                <a:schemeClr val="bg1"/>
              </a:solidFill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21691600" y="19160637"/>
            <a:ext cx="31196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3200">
                <a:solidFill>
                  <a:schemeClr val="bg1">
                    <a:alpha val="60000"/>
                  </a:schemeClr>
                </a:solidFill>
              </a:rPr>
              <a:t>PROJEKTANTEN</a:t>
            </a:r>
            <a:endParaRPr lang="de-DE" sz="3200" dirty="0">
              <a:solidFill>
                <a:schemeClr val="bg1">
                  <a:alpha val="60000"/>
                </a:schemeClr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>
            <a:off x="25065040" y="19160636"/>
            <a:ext cx="4348160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de-DE" sz="3200" dirty="0">
                <a:solidFill>
                  <a:schemeClr val="bg1"/>
                </a:solidFill>
              </a:rPr>
              <a:t>Kevin Silajdzic</a:t>
            </a:r>
            <a:endParaRPr lang="de-DE" sz="3200" baseline="0" dirty="0">
              <a:solidFill>
                <a:schemeClr val="bg1"/>
              </a:solidFill>
            </a:endParaRPr>
          </a:p>
          <a:p>
            <a:pPr algn="l"/>
            <a:r>
              <a:rPr lang="de-DE" sz="3200" baseline="0" dirty="0">
                <a:solidFill>
                  <a:schemeClr val="bg1"/>
                </a:solidFill>
              </a:rPr>
              <a:t>Daniel Jones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31C133C1-8F3E-655D-0664-F1A5F1ED279F}"/>
              </a:ext>
            </a:extLst>
          </p:cNvPr>
          <p:cNvSpPr txBox="1"/>
          <p:nvPr/>
        </p:nvSpPr>
        <p:spPr>
          <a:xfrm>
            <a:off x="585973" y="6099016"/>
            <a:ext cx="12705401" cy="3842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Hauptfunktionen:</a:t>
            </a:r>
            <a:endParaRPr lang="de-DE" dirty="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de-DE" dirty="0"/>
              <a:t>KI-Feedback zur Ausführung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de-DE" dirty="0"/>
              <a:t>Zählt Wiederholungen &amp; speichert Fortschritte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de-DE" dirty="0"/>
              <a:t>Übersicht über vergangene Workouts</a:t>
            </a:r>
          </a:p>
          <a:p>
            <a:endParaRPr lang="de-AT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501772FF-1A36-02AE-D1FF-8AA641011A44}"/>
              </a:ext>
            </a:extLst>
          </p:cNvPr>
          <p:cNvSpPr txBox="1"/>
          <p:nvPr/>
        </p:nvSpPr>
        <p:spPr>
          <a:xfrm>
            <a:off x="585973" y="9941735"/>
            <a:ext cx="9990587" cy="2342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Ziel:</a:t>
            </a:r>
            <a:br>
              <a:rPr lang="de-DE" dirty="0"/>
            </a:br>
            <a:r>
              <a:rPr lang="de-DE" dirty="0"/>
              <a:t>Richtiges und sicheres Training – für Anfänger*innen und Fortgeschrittene.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36ECEC83-108F-73FC-1DD5-80DB5B78A686}"/>
              </a:ext>
            </a:extLst>
          </p:cNvPr>
          <p:cNvSpPr txBox="1"/>
          <p:nvPr/>
        </p:nvSpPr>
        <p:spPr>
          <a:xfrm>
            <a:off x="585973" y="13147351"/>
            <a:ext cx="13195122" cy="3092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Nutzen:</a:t>
            </a:r>
            <a:br>
              <a:rPr lang="de-DE" dirty="0"/>
            </a:br>
            <a:r>
              <a:rPr lang="de-DE" dirty="0"/>
              <a:t>Spart Zeit, vermeidet Verletzungen, verbessert die Trainingsform.</a:t>
            </a:r>
            <a:endParaRPr lang="de-AT" dirty="0"/>
          </a:p>
          <a:p>
            <a:endParaRPr lang="de-AT" dirty="0"/>
          </a:p>
        </p:txBody>
      </p:sp>
      <p:pic>
        <p:nvPicPr>
          <p:cNvPr id="3" name="Grafik 2" descr="Ein Bild, das Silhouette, Kunst enthält.&#10;&#10;KI-generierte Inhalte können fehlerhaft sein.">
            <a:extLst>
              <a:ext uri="{FF2B5EF4-FFF2-40B4-BE49-F238E27FC236}">
                <a16:creationId xmlns:a16="http://schemas.microsoft.com/office/drawing/2014/main" id="{C97BB7E7-8961-AA28-58EC-DB2A96F9C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2466" y="3625267"/>
            <a:ext cx="12972093" cy="1297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50629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189 0.20787 L -0.11189 0.20787 C -0.1464 0.21336 -0.11839 0.20787 -0.19039 0.24038 C -0.19558 0.24276 -0.20067 0.24632 -0.20607 0.24721 C -0.23344 0.25182 -0.21975 0.25011 -0.24718 0.25241 L -0.30879 0.23868 C -0.3197 0.23615 -0.33123 0.2363 -0.3414 0.23014 C -0.36101 0.21834 -0.37124 0.19428 -0.38367 0.17201 C -0.38645 0.15894 -0.39006 0.14484 -0.3897 0.13096 C -0.38949 0.12331 -0.38786 0.11589 -0.38608 0.10868 C -0.38094 0.08827 -0.378 0.07943 -0.36552 0.06763 C -0.36269 0.06496 -0.35907 0.06422 -0.35588 0.06251 C -0.34502 0.06533 -0.33391 0.06674 -0.32326 0.07105 C -0.31456 0.07461 -0.31141 0.08292 -0.30758 0.09332 C -0.30486 0.10052 -0.29993 0.11856 -0.29788 0.12576 C -0.29778 0.12665 -0.29673 0.14172 -0.29426 0.14291 C -0.29306 0.1435 -0.29332 0.13957 -0.29306 0.13779 C -0.29211 0.13155 -0.29159 0.12517 -0.29065 0.11893 C -0.2896 0.11203 -0.28813 0.10527 -0.28703 0.09844 C -0.27701 0.0369 -0.29059 0.11514 -0.27859 0.04714 C -0.27817 0.04024 -0.27811 0.03333 -0.27738 0.02658 C -0.27649 0.01908 -0.27481 0.0118 -0.27371 0.00438 C -0.27277 -0.00245 -0.27203 -0.00928 -0.2713 -0.01619 C -0.26742 -0.05501 -0.26972 -0.05011 -0.26165 -0.1 C -0.25845 -0.11997 -0.25724 -0.14083 -0.252 -0.15984 C -0.24838 -0.17298 -0.24508 -0.18627 -0.24109 -0.19918 C -0.23826 -0.20854 -0.23564 -0.21826 -0.23145 -0.22658 C -0.22741 -0.23452 -0.21697 -0.2444 -0.21094 -0.25048 C -0.19778 -0.24996 -0.1734 -0.2513 -0.15777 -0.24536 C -0.15636 -0.24484 -0.15536 -0.24313 -0.15416 -0.24195 C -0.15243 -0.23831 -0.15012 -0.23319 -0.14813 -0.22999 C -0.14624 -0.22695 -0.14409 -0.22428 -0.14204 -0.22146 C -0.14084 -0.21745 -0.13921 -0.21366 -0.13843 -0.2095 C -0.13544 -0.1925 -0.13869 -0.16674 -0.14084 -0.15301 C -0.14157 -0.14855 -0.14414 -0.14514 -0.14571 -0.14106 C -0.14739 -0.13653 -0.14907 -0.132 -0.15054 -0.1274 C -0.15269 -0.12064 -0.15437 -0.11359 -0.15657 -0.10683 C -0.15882 -0.09985 -0.16171 -0.09339 -0.1638 -0.08634 C -0.1702 -0.06481 -0.17796 -0.04388 -0.18195 -0.02131 C -0.1885 0.01603 -0.18457 -0.00282 -0.19401 0.03511 C -0.19679 0.06652 -0.19626 0.05679 -0.19762 0.08649 C -0.19846 0.10468 -0.20171 0.12309 -0.20004 0.1412 C -0.19972 0.14462 -0.19521 0.14001 -0.1928 0.13949 C -0.18997 0.13437 -0.18745 0.12888 -0.18436 0.12405 C -0.17817 0.11462 -0.17104 0.10646 -0.16501 0.09673 C -0.16218 0.09213 -0.15924 0.08775 -0.15657 0.083 C -0.15442 0.07921 -0.1529 0.07468 -0.15054 0.07105 C -0.14425 0.06147 -0.13827 0.05694 -0.13119 0.04885 C -0.12789 0.04499 -0.12532 0.03972 -0.12154 0.03682 C -0.11546 0.03222 -0.10864 0.03007 -0.10219 0.02658 C -0.09045 0.02027 -0.10219 0.02598 -0.08893 0.01975 C -0.08767 0.02019 -0.07545 0.02383 -0.0732 0.02658 C -0.07183 0.02821 -0.07167 0.03118 -0.07078 0.03341 C -0.0701 0.03519 -0.06921 0.03682 -0.06837 0.03853 C -0.06381 0.06132 -0.06381 0.05642 -0.06717 0.09332 C -0.06753 0.0971 -0.06947 0.10022 -0.07078 0.10356 C -0.07351 0.11047 -0.07613 0.11752 -0.07928 0.12405 C -0.08085 0.12754 -0.08211 0.13133 -0.0841 0.13437 C -0.0862 0.13764 -0.08908 0.13972 -0.09134 0.14291 C -0.10298 0.15939 -0.0884 0.1441 -0.1034 0.15828 C -0.10665 0.16459 -0.11006 0.17067 -0.1131 0.17713 C -0.11467 0.18055 -0.11609 0.18419 -0.11792 0.18738 C -0.11934 0.1899 -0.12123 0.19176 -0.12275 0.19421 C -0.12495 0.19785 -0.12768 0.20327 -0.12878 0.20787 C -0.12904 0.20898 -0.12878 0.21017 -0.12878 0.21136 " pathEditMode="relative" ptsTypes="AAAAAAAAAAAAAAAAAAAAAAAAAAAAAAAAAAAAAAAAAAAAAAAAAAAAAAAAAAAAAAAAA">
                                      <p:cBhvr>
                                        <p:cTn id="6" dur="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0"/>
                            </p:stCondLst>
                            <p:childTnLst>
                              <p:par>
                                <p:cTn id="8" presetID="3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" dur="5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" dur="5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Elektronik">
  <a:themeElements>
    <a:clrScheme name="Office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Desig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D8B956648DEE047ADDF78BFAC90AFFC" ma:contentTypeVersion="18" ma:contentTypeDescription="Ein neues Dokument erstellen." ma:contentTypeScope="" ma:versionID="705f7a7107ac7b18b23cc577bb05ddf6">
  <xsd:schema xmlns:xsd="http://www.w3.org/2001/XMLSchema" xmlns:xs="http://www.w3.org/2001/XMLSchema" xmlns:p="http://schemas.microsoft.com/office/2006/metadata/properties" xmlns:ns2="139868d9-8e95-45bc-83ba-82132d321acb" xmlns:ns3="2fe66b02-ee31-4649-8513-d45fa9753ec2" targetNamespace="http://schemas.microsoft.com/office/2006/metadata/properties" ma:root="true" ma:fieldsID="01357a9511d91edc8d05e21b3f5331ea" ns2:_="" ns3:_="">
    <xsd:import namespace="139868d9-8e95-45bc-83ba-82132d321acb"/>
    <xsd:import namespace="2fe66b02-ee31-4649-8513-d45fa9753e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9868d9-8e95-45bc-83ba-82132d321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Bildmarkierungen" ma:readOnly="false" ma:fieldId="{5cf76f15-5ced-4ddc-b409-7134ff3c332f}" ma:taxonomyMulti="true" ma:sspId="1ad04c9c-2d19-4dbf-9b4f-ffec7dfd6d5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e66b02-ee31-4649-8513-d45fa9753ec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10b003ac-eda0-4a99-9a70-2df02b00171d}" ma:internalName="TaxCatchAll" ma:showField="CatchAllData" ma:web="2fe66b02-ee31-4649-8513-d45fa9753e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39868d9-8e95-45bc-83ba-82132d321acb">
      <Terms xmlns="http://schemas.microsoft.com/office/infopath/2007/PartnerControls"/>
    </lcf76f155ced4ddcb4097134ff3c332f>
    <TaxCatchAll xmlns="2fe66b02-ee31-4649-8513-d45fa9753ec2" xsi:nil="true"/>
  </documentManagement>
</p:properties>
</file>

<file path=customXml/itemProps1.xml><?xml version="1.0" encoding="utf-8"?>
<ds:datastoreItem xmlns:ds="http://schemas.openxmlformats.org/officeDocument/2006/customXml" ds:itemID="{B855B245-999C-4603-8602-25F7F80FC03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9868d9-8e95-45bc-83ba-82132d321acb"/>
    <ds:schemaRef ds:uri="2fe66b02-ee31-4649-8513-d45fa9753ec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B6D7A92-1D2B-48B1-97EB-1199B4F809F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2D7AF2-5232-40EF-A1E3-8AA6E25B8F43}">
  <ds:schemaRefs>
    <ds:schemaRef ds:uri="http://schemas.microsoft.com/office/2006/metadata/properties"/>
    <ds:schemaRef ds:uri="http://schemas.microsoft.com/office/infopath/2007/PartnerControls"/>
    <ds:schemaRef ds:uri="139868d9-8e95-45bc-83ba-82132d321acb"/>
    <ds:schemaRef ds:uri="2fe66b02-ee31-4649-8513-d45fa9753ec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66</Words>
  <Application>Microsoft Office PowerPoint</Application>
  <PresentationFormat>Benutzerdefiniert</PresentationFormat>
  <Paragraphs>16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Elektronik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Hanl Christian</dc:creator>
  <cp:lastModifiedBy>Daniel Jones</cp:lastModifiedBy>
  <cp:revision>21</cp:revision>
  <dcterms:created xsi:type="dcterms:W3CDTF">2016-03-04T09:01:05Z</dcterms:created>
  <dcterms:modified xsi:type="dcterms:W3CDTF">2025-12-05T16:47:30Z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0x0101009D8B956648DEE047ADDF78BFAC90AFFC</vt:lpwstr>
  </property>
  <property fmtid="{D5CDD505-2E9C-101B-9397-08002B2CF9AE}" pid="3" name="MediaServiceImageTags">
    <vt:lpwstr/>
  </property>
</Properties>
</file>