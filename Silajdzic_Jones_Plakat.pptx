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4"/>
  </p:sldMasterIdLst>
  <p:notesMasterIdLst>
    <p:notesMasterId r:id="rId6"/>
  </p:notesMasterIdLst>
  <p:sldIdLst>
    <p:sldId id="257" r:id="rId5"/>
  </p:sldIdLst>
  <p:sldSz cx="30275213" cy="21383625"/>
  <p:notesSz cx="6858000" cy="9144000"/>
  <p:defaultTextStyle>
    <a:defPPr>
      <a:defRPr lang="de-DE"/>
    </a:defPPr>
    <a:lvl1pPr marL="0" algn="l" defTabSz="2476195" rtl="0" eaLnBrk="1" latinLnBrk="0" hangingPunct="1">
      <a:defRPr sz="4874" kern="1200">
        <a:solidFill>
          <a:schemeClr val="tx1"/>
        </a:solidFill>
        <a:latin typeface="+mn-lt"/>
        <a:ea typeface="+mn-ea"/>
        <a:cs typeface="+mn-cs"/>
      </a:defRPr>
    </a:lvl1pPr>
    <a:lvl2pPr marL="1238098" algn="l" defTabSz="2476195" rtl="0" eaLnBrk="1" latinLnBrk="0" hangingPunct="1">
      <a:defRPr sz="4874" kern="1200">
        <a:solidFill>
          <a:schemeClr val="tx1"/>
        </a:solidFill>
        <a:latin typeface="+mn-lt"/>
        <a:ea typeface="+mn-ea"/>
        <a:cs typeface="+mn-cs"/>
      </a:defRPr>
    </a:lvl2pPr>
    <a:lvl3pPr marL="2476195" algn="l" defTabSz="2476195" rtl="0" eaLnBrk="1" latinLnBrk="0" hangingPunct="1">
      <a:defRPr sz="4874" kern="1200">
        <a:solidFill>
          <a:schemeClr val="tx1"/>
        </a:solidFill>
        <a:latin typeface="+mn-lt"/>
        <a:ea typeface="+mn-ea"/>
        <a:cs typeface="+mn-cs"/>
      </a:defRPr>
    </a:lvl3pPr>
    <a:lvl4pPr marL="3714293" algn="l" defTabSz="2476195" rtl="0" eaLnBrk="1" latinLnBrk="0" hangingPunct="1">
      <a:defRPr sz="4874" kern="1200">
        <a:solidFill>
          <a:schemeClr val="tx1"/>
        </a:solidFill>
        <a:latin typeface="+mn-lt"/>
        <a:ea typeface="+mn-ea"/>
        <a:cs typeface="+mn-cs"/>
      </a:defRPr>
    </a:lvl4pPr>
    <a:lvl5pPr marL="4952390" algn="l" defTabSz="2476195" rtl="0" eaLnBrk="1" latinLnBrk="0" hangingPunct="1">
      <a:defRPr sz="4874" kern="1200">
        <a:solidFill>
          <a:schemeClr val="tx1"/>
        </a:solidFill>
        <a:latin typeface="+mn-lt"/>
        <a:ea typeface="+mn-ea"/>
        <a:cs typeface="+mn-cs"/>
      </a:defRPr>
    </a:lvl5pPr>
    <a:lvl6pPr marL="6190488" algn="l" defTabSz="2476195" rtl="0" eaLnBrk="1" latinLnBrk="0" hangingPunct="1">
      <a:defRPr sz="4874" kern="1200">
        <a:solidFill>
          <a:schemeClr val="tx1"/>
        </a:solidFill>
        <a:latin typeface="+mn-lt"/>
        <a:ea typeface="+mn-ea"/>
        <a:cs typeface="+mn-cs"/>
      </a:defRPr>
    </a:lvl6pPr>
    <a:lvl7pPr marL="7428586" algn="l" defTabSz="2476195" rtl="0" eaLnBrk="1" latinLnBrk="0" hangingPunct="1">
      <a:defRPr sz="4874" kern="1200">
        <a:solidFill>
          <a:schemeClr val="tx1"/>
        </a:solidFill>
        <a:latin typeface="+mn-lt"/>
        <a:ea typeface="+mn-ea"/>
        <a:cs typeface="+mn-cs"/>
      </a:defRPr>
    </a:lvl7pPr>
    <a:lvl8pPr marL="8666683" algn="l" defTabSz="2476195" rtl="0" eaLnBrk="1" latinLnBrk="0" hangingPunct="1">
      <a:defRPr sz="4874" kern="1200">
        <a:solidFill>
          <a:schemeClr val="tx1"/>
        </a:solidFill>
        <a:latin typeface="+mn-lt"/>
        <a:ea typeface="+mn-ea"/>
        <a:cs typeface="+mn-cs"/>
      </a:defRPr>
    </a:lvl8pPr>
    <a:lvl9pPr marL="9904781" algn="l" defTabSz="2476195" rtl="0" eaLnBrk="1" latinLnBrk="0" hangingPunct="1">
      <a:defRPr sz="487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B62A79-6EF4-4A42-B6D4-4FC75E82965B}" v="26" dt="2025-11-26T07:45:39.2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6"/>
    <p:restoredTop sz="95073"/>
  </p:normalViewPr>
  <p:slideViewPr>
    <p:cSldViewPr snapToGrid="0" snapToObjects="1">
      <p:cViewPr varScale="1">
        <p:scale>
          <a:sx n="25" d="100"/>
          <a:sy n="25" d="100"/>
        </p:scale>
        <p:origin x="144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Silajdzic" userId="d2e2836cfd35c8f3" providerId="LiveId" clId="{57371E0D-1E80-4DA4-B097-74EE63E4A05A}"/>
    <pc:docChg chg="undo custSel delSld modSld">
      <pc:chgData name="Kevin Silajdzic" userId="d2e2836cfd35c8f3" providerId="LiveId" clId="{57371E0D-1E80-4DA4-B097-74EE63E4A05A}" dt="2025-11-26T07:45:53.584" v="499" actId="1076"/>
      <pc:docMkLst>
        <pc:docMk/>
      </pc:docMkLst>
      <pc:sldChg chg="addSp delSp modSp mod">
        <pc:chgData name="Kevin Silajdzic" userId="d2e2836cfd35c8f3" providerId="LiveId" clId="{57371E0D-1E80-4DA4-B097-74EE63E4A05A}" dt="2025-11-26T07:45:53.584" v="499" actId="1076"/>
        <pc:sldMkLst>
          <pc:docMk/>
          <pc:sldMk cId="1204506291" sldId="257"/>
        </pc:sldMkLst>
        <pc:spChg chg="mod">
          <ac:chgData name="Kevin Silajdzic" userId="d2e2836cfd35c8f3" providerId="LiveId" clId="{57371E0D-1E80-4DA4-B097-74EE63E4A05A}" dt="2025-11-05T13:18:58.114" v="63" actId="20577"/>
          <ac:spMkLst>
            <pc:docMk/>
            <pc:sldMk cId="1204506291" sldId="257"/>
            <ac:spMk id="9" creationId="{00000000-0000-0000-0000-000000000000}"/>
          </ac:spMkLst>
        </pc:spChg>
        <pc:spChg chg="mod">
          <ac:chgData name="Kevin Silajdzic" userId="d2e2836cfd35c8f3" providerId="LiveId" clId="{57371E0D-1E80-4DA4-B097-74EE63E4A05A}" dt="2025-11-05T13:19:36.710" v="162" actId="20577"/>
          <ac:spMkLst>
            <pc:docMk/>
            <pc:sldMk cId="1204506291" sldId="257"/>
            <ac:spMk id="10" creationId="{00000000-0000-0000-0000-000000000000}"/>
          </ac:spMkLst>
        </pc:spChg>
        <pc:spChg chg="mod">
          <ac:chgData name="Kevin Silajdzic" userId="d2e2836cfd35c8f3" providerId="LiveId" clId="{57371E0D-1E80-4DA4-B097-74EE63E4A05A}" dt="2025-11-05T13:18:38.758" v="7" actId="20577"/>
          <ac:spMkLst>
            <pc:docMk/>
            <pc:sldMk cId="1204506291" sldId="257"/>
            <ac:spMk id="12" creationId="{00000000-0000-0000-0000-000000000000}"/>
          </ac:spMkLst>
        </pc:spChg>
        <pc:spChg chg="mod">
          <ac:chgData name="Kevin Silajdzic" userId="d2e2836cfd35c8f3" providerId="LiveId" clId="{57371E0D-1E80-4DA4-B097-74EE63E4A05A}" dt="2025-11-05T13:20:47.717" v="175" actId="20577"/>
          <ac:spMkLst>
            <pc:docMk/>
            <pc:sldMk cId="1204506291" sldId="257"/>
            <ac:spMk id="14" creationId="{00000000-0000-0000-0000-000000000000}"/>
          </ac:spMkLst>
        </pc:spChg>
        <pc:spChg chg="mod">
          <ac:chgData name="Kevin Silajdzic" userId="d2e2836cfd35c8f3" providerId="LiveId" clId="{57371E0D-1E80-4DA4-B097-74EE63E4A05A}" dt="2025-11-05T13:24:37.471" v="334" actId="20577"/>
          <ac:spMkLst>
            <pc:docMk/>
            <pc:sldMk cId="1204506291" sldId="257"/>
            <ac:spMk id="16" creationId="{00000000-0000-0000-0000-000000000000}"/>
          </ac:spMkLst>
        </pc:spChg>
        <pc:spChg chg="mod">
          <ac:chgData name="Kevin Silajdzic" userId="d2e2836cfd35c8f3" providerId="LiveId" clId="{57371E0D-1E80-4DA4-B097-74EE63E4A05A}" dt="2025-11-05T13:21:52.358" v="332" actId="20577"/>
          <ac:spMkLst>
            <pc:docMk/>
            <pc:sldMk cId="1204506291" sldId="257"/>
            <ac:spMk id="18" creationId="{00000000-0000-0000-0000-000000000000}"/>
          </ac:spMkLst>
        </pc:spChg>
        <pc:spChg chg="add mod">
          <ac:chgData name="Kevin Silajdzic" userId="d2e2836cfd35c8f3" providerId="LiveId" clId="{57371E0D-1E80-4DA4-B097-74EE63E4A05A}" dt="2025-11-26T07:08:36.050" v="491" actId="20577"/>
          <ac:spMkLst>
            <pc:docMk/>
            <pc:sldMk cId="1204506291" sldId="257"/>
            <ac:spMk id="22" creationId="{31C133C1-8F3E-655D-0664-F1A5F1ED279F}"/>
          </ac:spMkLst>
        </pc:spChg>
        <pc:spChg chg="add mod">
          <ac:chgData name="Kevin Silajdzic" userId="d2e2836cfd35c8f3" providerId="LiveId" clId="{57371E0D-1E80-4DA4-B097-74EE63E4A05A}" dt="2025-11-12T13:24:26.482" v="432" actId="14100"/>
          <ac:spMkLst>
            <pc:docMk/>
            <pc:sldMk cId="1204506291" sldId="257"/>
            <ac:spMk id="23" creationId="{501772FF-1A36-02AE-D1FF-8AA641011A44}"/>
          </ac:spMkLst>
        </pc:spChg>
        <pc:spChg chg="add mod">
          <ac:chgData name="Kevin Silajdzic" userId="d2e2836cfd35c8f3" providerId="LiveId" clId="{57371E0D-1E80-4DA4-B097-74EE63E4A05A}" dt="2025-11-12T13:31:53.462" v="481" actId="1076"/>
          <ac:spMkLst>
            <pc:docMk/>
            <pc:sldMk cId="1204506291" sldId="257"/>
            <ac:spMk id="24" creationId="{36ECEC83-108F-73FC-1DD5-80DB5B78A686}"/>
          </ac:spMkLst>
        </pc:spChg>
        <pc:picChg chg="add mod">
          <ac:chgData name="Kevin Silajdzic" userId="d2e2836cfd35c8f3" providerId="LiveId" clId="{57371E0D-1E80-4DA4-B097-74EE63E4A05A}" dt="2025-11-26T07:45:53.584" v="499" actId="1076"/>
          <ac:picMkLst>
            <pc:docMk/>
            <pc:sldMk cId="1204506291" sldId="257"/>
            <ac:picMk id="3" creationId="{C97BB7E7-8961-AA28-58EC-DB2A96F9C393}"/>
          </ac:picMkLst>
        </pc:picChg>
        <pc:picChg chg="add del mod">
          <ac:chgData name="Kevin Silajdzic" userId="d2e2836cfd35c8f3" providerId="LiveId" clId="{57371E0D-1E80-4DA4-B097-74EE63E4A05A}" dt="2025-11-26T07:09:00.929" v="492" actId="478"/>
          <ac:picMkLst>
            <pc:docMk/>
            <pc:sldMk cId="1204506291" sldId="257"/>
            <ac:picMk id="21" creationId="{A81F28FF-8119-E61C-CAE8-59D0D75122D8}"/>
          </ac:picMkLst>
        </pc:picChg>
      </pc:sldChg>
    </pc:docChg>
  </pc:docChgLst>
  <pc:docChgLst>
    <pc:chgData name="Schnell-Birgmann Maximilian" userId="S::maximilian.schnell@htl-braunau.at::32849b36-06ab-4a85-9adb-d13d6bc5abf2" providerId="AD" clId="Web-{8F6560FB-6B67-4383-9435-33859E900882}"/>
    <pc:docChg chg="addSld delSld">
      <pc:chgData name="Schnell-Birgmann Maximilian" userId="S::maximilian.schnell@htl-braunau.at::32849b36-06ab-4a85-9adb-d13d6bc5abf2" providerId="AD" clId="Web-{8F6560FB-6B67-4383-9435-33859E900882}" dt="2025-11-05T11:38:47.887" v="1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D82327-8AB2-764B-A726-DEEEC9C695BA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244600" y="1143000"/>
            <a:ext cx="4368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1A331F-A1FE-314F-A342-58581E0FB0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2451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kt Elektron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ild 1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274166" cy="21383625"/>
          </a:xfrm>
          <a:prstGeom prst="rect">
            <a:avLst/>
          </a:prstGeom>
        </p:spPr>
      </p:pic>
      <p:sp>
        <p:nvSpPr>
          <p:cNvPr id="9" name="Textfeld 8"/>
          <p:cNvSpPr txBox="1"/>
          <p:nvPr userDrawn="1"/>
        </p:nvSpPr>
        <p:spPr>
          <a:xfrm>
            <a:off x="12293600" y="304800"/>
            <a:ext cx="184731" cy="842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5237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kt Elektrotechn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274166" cy="2138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460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kt Mechatron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274166" cy="2138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501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kt Informationstechnolog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0275213" cy="213875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kt Abteilungsübergreif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274166" cy="2138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012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375" y="1009650"/>
            <a:ext cx="20799425" cy="108027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kumimoji="0" lang="de-DE" sz="7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PROJEKTNAME</a:t>
            </a:r>
            <a:endParaRPr lang="en-US" dirty="0"/>
          </a:p>
        </p:txBody>
      </p:sp>
      <p:sp>
        <p:nvSpPr>
          <p:cNvPr id="8" name="Textfeld 7"/>
          <p:cNvSpPr txBox="1"/>
          <p:nvPr userDrawn="1"/>
        </p:nvSpPr>
        <p:spPr>
          <a:xfrm>
            <a:off x="1095375" y="1969886"/>
            <a:ext cx="10156825" cy="13587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4400" dirty="0">
                <a:solidFill>
                  <a:schemeClr val="bg1">
                    <a:alpha val="60000"/>
                  </a:schemeClr>
                </a:solidFill>
              </a:rPr>
              <a:t>Untertitel</a:t>
            </a:r>
            <a:r>
              <a:rPr lang="de-DE" sz="4400" baseline="0" dirty="0">
                <a:solidFill>
                  <a:schemeClr val="bg1">
                    <a:alpha val="60000"/>
                  </a:schemeClr>
                </a:solidFill>
              </a:rPr>
              <a:t> für das Projekt, der auch über zwei Zeilen gehen kann</a:t>
            </a:r>
            <a:endParaRPr lang="de-DE" sz="4400" dirty="0">
              <a:solidFill>
                <a:schemeClr val="bg1">
                  <a:alpha val="60000"/>
                </a:schemeClr>
              </a:solidFill>
            </a:endParaRPr>
          </a:p>
        </p:txBody>
      </p:sp>
      <p:sp>
        <p:nvSpPr>
          <p:cNvPr id="11" name="Textfeld 10"/>
          <p:cNvSpPr txBox="1"/>
          <p:nvPr userDrawn="1"/>
        </p:nvSpPr>
        <p:spPr>
          <a:xfrm>
            <a:off x="22580600" y="1079500"/>
            <a:ext cx="659923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3200" dirty="0">
                <a:solidFill>
                  <a:schemeClr val="bg1"/>
                </a:solidFill>
              </a:rPr>
              <a:t>DIPLOMARBEIT</a:t>
            </a:r>
            <a:r>
              <a:rPr lang="de-DE" sz="3200" baseline="0" dirty="0">
                <a:solidFill>
                  <a:schemeClr val="bg1"/>
                </a:solidFill>
              </a:rPr>
              <a:t>  2016/17</a:t>
            </a:r>
            <a:endParaRPr lang="de-DE" sz="3200" dirty="0">
              <a:solidFill>
                <a:schemeClr val="bg1"/>
              </a:solidFill>
            </a:endParaRPr>
          </a:p>
        </p:txBody>
      </p:sp>
      <p:pic>
        <p:nvPicPr>
          <p:cNvPr id="12" name="Bild 11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374" y="19113090"/>
            <a:ext cx="2130425" cy="1152935"/>
          </a:xfrm>
          <a:prstGeom prst="rect">
            <a:avLst/>
          </a:prstGeom>
        </p:spPr>
      </p:pic>
      <p:sp>
        <p:nvSpPr>
          <p:cNvPr id="13" name="Textfeld 12"/>
          <p:cNvSpPr txBox="1"/>
          <p:nvPr userDrawn="1"/>
        </p:nvSpPr>
        <p:spPr>
          <a:xfrm>
            <a:off x="22783800" y="18140731"/>
            <a:ext cx="2027446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3200" dirty="0">
                <a:solidFill>
                  <a:schemeClr val="bg1">
                    <a:alpha val="60000"/>
                  </a:schemeClr>
                </a:solidFill>
              </a:rPr>
              <a:t>KLASSE</a:t>
            </a:r>
          </a:p>
        </p:txBody>
      </p:sp>
      <p:sp>
        <p:nvSpPr>
          <p:cNvPr id="14" name="Textfeld 13"/>
          <p:cNvSpPr txBox="1"/>
          <p:nvPr userDrawn="1"/>
        </p:nvSpPr>
        <p:spPr>
          <a:xfrm>
            <a:off x="25065040" y="18140730"/>
            <a:ext cx="2027446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3200" dirty="0">
                <a:solidFill>
                  <a:schemeClr val="bg1"/>
                </a:solidFill>
              </a:rPr>
              <a:t>5 ABCH</a:t>
            </a:r>
          </a:p>
        </p:txBody>
      </p:sp>
      <p:sp>
        <p:nvSpPr>
          <p:cNvPr id="15" name="Textfeld 14"/>
          <p:cNvSpPr txBox="1"/>
          <p:nvPr userDrawn="1"/>
        </p:nvSpPr>
        <p:spPr>
          <a:xfrm>
            <a:off x="22783800" y="18650685"/>
            <a:ext cx="2027446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3200" dirty="0">
                <a:solidFill>
                  <a:schemeClr val="bg1">
                    <a:alpha val="60000"/>
                  </a:schemeClr>
                </a:solidFill>
              </a:rPr>
              <a:t>BETREUER</a:t>
            </a:r>
          </a:p>
        </p:txBody>
      </p:sp>
      <p:sp>
        <p:nvSpPr>
          <p:cNvPr id="16" name="Textfeld 15"/>
          <p:cNvSpPr txBox="1"/>
          <p:nvPr userDrawn="1"/>
        </p:nvSpPr>
        <p:spPr>
          <a:xfrm>
            <a:off x="25065039" y="18650684"/>
            <a:ext cx="3566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3200">
                <a:solidFill>
                  <a:schemeClr val="bg1"/>
                </a:solidFill>
              </a:rPr>
              <a:t>DI Franz Gruber</a:t>
            </a:r>
            <a:endParaRPr lang="de-DE" sz="3200" dirty="0">
              <a:solidFill>
                <a:schemeClr val="bg1"/>
              </a:solidFill>
            </a:endParaRPr>
          </a:p>
        </p:txBody>
      </p:sp>
      <p:sp>
        <p:nvSpPr>
          <p:cNvPr id="17" name="Textfeld 16"/>
          <p:cNvSpPr txBox="1"/>
          <p:nvPr userDrawn="1"/>
        </p:nvSpPr>
        <p:spPr>
          <a:xfrm>
            <a:off x="21691600" y="19160637"/>
            <a:ext cx="3119646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3200">
                <a:solidFill>
                  <a:schemeClr val="bg1">
                    <a:alpha val="60000"/>
                  </a:schemeClr>
                </a:solidFill>
              </a:rPr>
              <a:t>PROJEKTANTEN</a:t>
            </a:r>
            <a:endParaRPr lang="de-DE" sz="3200" dirty="0">
              <a:solidFill>
                <a:schemeClr val="bg1">
                  <a:alpha val="60000"/>
                </a:schemeClr>
              </a:solidFill>
            </a:endParaRPr>
          </a:p>
        </p:txBody>
      </p:sp>
      <p:sp>
        <p:nvSpPr>
          <p:cNvPr id="18" name="Textfeld 17"/>
          <p:cNvSpPr txBox="1"/>
          <p:nvPr userDrawn="1"/>
        </p:nvSpPr>
        <p:spPr>
          <a:xfrm>
            <a:off x="25065040" y="19160636"/>
            <a:ext cx="4348160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3200" dirty="0">
                <a:solidFill>
                  <a:schemeClr val="bg1"/>
                </a:solidFill>
              </a:rPr>
              <a:t>Johann</a:t>
            </a:r>
            <a:r>
              <a:rPr lang="de-DE" sz="3200" baseline="0" dirty="0">
                <a:solidFill>
                  <a:schemeClr val="bg1"/>
                </a:solidFill>
              </a:rPr>
              <a:t> Langernachname</a:t>
            </a:r>
          </a:p>
          <a:p>
            <a:pPr algn="l"/>
            <a:r>
              <a:rPr lang="de-DE" sz="3200" baseline="0" dirty="0">
                <a:solidFill>
                  <a:schemeClr val="bg1"/>
                </a:solidFill>
              </a:rPr>
              <a:t>Michaela Maier</a:t>
            </a:r>
          </a:p>
          <a:p>
            <a:pPr algn="l"/>
            <a:r>
              <a:rPr lang="de-DE" sz="3200" baseline="0" dirty="0">
                <a:solidFill>
                  <a:schemeClr val="bg1"/>
                </a:solidFill>
              </a:rPr>
              <a:t>Johanna Huber</a:t>
            </a:r>
            <a:endParaRPr lang="de-DE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478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7" r:id="rId4"/>
    <p:sldLayoutId id="2147483666" r:id="rId5"/>
  </p:sldLayoutIdLst>
  <p:txStyles>
    <p:titleStyle>
      <a:lvl1pPr marL="0" marR="0" indent="0" algn="l" defTabSz="2851191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sz="137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2798" indent="-712798" algn="l" defTabSz="2851191" rtl="0" eaLnBrk="1" latinLnBrk="0" hangingPunct="1">
        <a:lnSpc>
          <a:spcPct val="90000"/>
        </a:lnSpc>
        <a:spcBef>
          <a:spcPts val="3118"/>
        </a:spcBef>
        <a:buFont typeface="Arial" panose="020B0604020202020204" pitchFamily="34" charset="0"/>
        <a:buChar char="•"/>
        <a:defRPr sz="8731" kern="1200">
          <a:solidFill>
            <a:schemeClr val="tx1"/>
          </a:solidFill>
          <a:latin typeface="+mn-lt"/>
          <a:ea typeface="+mn-ea"/>
          <a:cs typeface="+mn-cs"/>
        </a:defRPr>
      </a:lvl1pPr>
      <a:lvl2pPr marL="2138393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7483" kern="1200">
          <a:solidFill>
            <a:schemeClr val="tx1"/>
          </a:solidFill>
          <a:latin typeface="+mn-lt"/>
          <a:ea typeface="+mn-ea"/>
          <a:cs typeface="+mn-cs"/>
        </a:defRPr>
      </a:lvl2pPr>
      <a:lvl3pPr marL="3563988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6236" kern="1200">
          <a:solidFill>
            <a:schemeClr val="tx1"/>
          </a:solidFill>
          <a:latin typeface="+mn-lt"/>
          <a:ea typeface="+mn-ea"/>
          <a:cs typeface="+mn-cs"/>
        </a:defRPr>
      </a:lvl3pPr>
      <a:lvl4pPr marL="498958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6415179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84077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926637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10691965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211756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1pPr>
      <a:lvl2pPr marL="1425595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2pPr>
      <a:lvl3pPr marL="285119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3pPr>
      <a:lvl4pPr marL="4276786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570238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12797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8553572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997916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1404763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36">
          <p15:clr>
            <a:srgbClr val="F26B43"/>
          </p15:clr>
        </p15:guide>
        <p15:guide id="2" pos="690">
          <p15:clr>
            <a:srgbClr val="F26B43"/>
          </p15:clr>
        </p15:guide>
        <p15:guide id="3" pos="9635">
          <p15:clr>
            <a:srgbClr val="F26B43"/>
          </p15:clr>
        </p15:guide>
        <p15:guide id="4" pos="18381">
          <p15:clr>
            <a:srgbClr val="F26B43"/>
          </p15:clr>
        </p15:guide>
        <p15:guide id="5" orient="horz" pos="6835">
          <p15:clr>
            <a:srgbClr val="F26B43"/>
          </p15:clr>
        </p15:guide>
        <p15:guide id="6" orient="horz" pos="127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 txBox="1">
            <a:spLocks/>
          </p:cNvSpPr>
          <p:nvPr/>
        </p:nvSpPr>
        <p:spPr>
          <a:xfrm>
            <a:off x="1095375" y="1009650"/>
            <a:ext cx="20799425" cy="108027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marR="0" indent="0" algn="l" defTabSz="2851191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7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7800" dirty="0">
                <a:solidFill>
                  <a:prstClr val="white"/>
                </a:solidFill>
                <a:latin typeface="Arial" panose="020B0604020202020204"/>
              </a:rPr>
              <a:t>Former </a:t>
            </a:r>
            <a:r>
              <a:rPr lang="de-DE" sz="7800" dirty="0" err="1">
                <a:solidFill>
                  <a:prstClr val="white"/>
                </a:solidFill>
                <a:latin typeface="Arial" panose="020B0604020202020204"/>
              </a:rPr>
              <a:t>Glove</a:t>
            </a:r>
            <a:endParaRPr lang="en-US" dirty="0"/>
          </a:p>
        </p:txBody>
      </p:sp>
      <p:sp>
        <p:nvSpPr>
          <p:cNvPr id="10" name="Textfeld 9"/>
          <p:cNvSpPr txBox="1"/>
          <p:nvPr/>
        </p:nvSpPr>
        <p:spPr>
          <a:xfrm>
            <a:off x="1095375" y="1969886"/>
            <a:ext cx="10156825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4400" dirty="0">
                <a:solidFill>
                  <a:schemeClr val="bg1">
                    <a:alpha val="60000"/>
                  </a:schemeClr>
                </a:solidFill>
              </a:rPr>
              <a:t>Stärke beginnt mit richtiger Form</a:t>
            </a:r>
          </a:p>
        </p:txBody>
      </p:sp>
      <p:pic>
        <p:nvPicPr>
          <p:cNvPr id="11" name="Bild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374" y="19113090"/>
            <a:ext cx="2130425" cy="1152935"/>
          </a:xfrm>
          <a:prstGeom prst="rect">
            <a:avLst/>
          </a:prstGeom>
        </p:spPr>
      </p:pic>
      <p:sp>
        <p:nvSpPr>
          <p:cNvPr id="12" name="Textfeld 11"/>
          <p:cNvSpPr txBox="1"/>
          <p:nvPr/>
        </p:nvSpPr>
        <p:spPr>
          <a:xfrm>
            <a:off x="22580600" y="1079500"/>
            <a:ext cx="659923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3200" dirty="0">
                <a:solidFill>
                  <a:schemeClr val="bg1"/>
                </a:solidFill>
              </a:rPr>
              <a:t>DIPLOMARBEIT</a:t>
            </a:r>
            <a:r>
              <a:rPr lang="de-DE" sz="3200" baseline="0" dirty="0">
                <a:solidFill>
                  <a:schemeClr val="bg1"/>
                </a:solidFill>
              </a:rPr>
              <a:t>  2025/26</a:t>
            </a:r>
            <a:endParaRPr lang="de-DE" sz="3200" dirty="0">
              <a:solidFill>
                <a:schemeClr val="bg1"/>
              </a:solidFill>
            </a:endParaRPr>
          </a:p>
        </p:txBody>
      </p:sp>
      <p:sp>
        <p:nvSpPr>
          <p:cNvPr id="13" name="Textfeld 12"/>
          <p:cNvSpPr txBox="1"/>
          <p:nvPr/>
        </p:nvSpPr>
        <p:spPr>
          <a:xfrm>
            <a:off x="22783800" y="18140731"/>
            <a:ext cx="2027446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3200" dirty="0">
                <a:solidFill>
                  <a:schemeClr val="bg1">
                    <a:alpha val="60000"/>
                  </a:schemeClr>
                </a:solidFill>
              </a:rPr>
              <a:t>KLASSE</a:t>
            </a:r>
          </a:p>
        </p:txBody>
      </p:sp>
      <p:sp>
        <p:nvSpPr>
          <p:cNvPr id="14" name="Textfeld 13"/>
          <p:cNvSpPr txBox="1"/>
          <p:nvPr/>
        </p:nvSpPr>
        <p:spPr>
          <a:xfrm>
            <a:off x="25065040" y="18140730"/>
            <a:ext cx="2027446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3200" dirty="0">
                <a:solidFill>
                  <a:schemeClr val="bg1"/>
                </a:solidFill>
              </a:rPr>
              <a:t>5 AHELS</a:t>
            </a:r>
          </a:p>
        </p:txBody>
      </p:sp>
      <p:sp>
        <p:nvSpPr>
          <p:cNvPr id="15" name="Textfeld 14"/>
          <p:cNvSpPr txBox="1"/>
          <p:nvPr/>
        </p:nvSpPr>
        <p:spPr>
          <a:xfrm>
            <a:off x="22783800" y="18650685"/>
            <a:ext cx="2027446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3200" dirty="0">
                <a:solidFill>
                  <a:schemeClr val="bg1">
                    <a:alpha val="60000"/>
                  </a:schemeClr>
                </a:solidFill>
              </a:rPr>
              <a:t>BETREUER</a:t>
            </a:r>
          </a:p>
        </p:txBody>
      </p:sp>
      <p:sp>
        <p:nvSpPr>
          <p:cNvPr id="16" name="Textfeld 15"/>
          <p:cNvSpPr txBox="1"/>
          <p:nvPr/>
        </p:nvSpPr>
        <p:spPr>
          <a:xfrm>
            <a:off x="25065039" y="18650684"/>
            <a:ext cx="4601955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3200" dirty="0">
                <a:solidFill>
                  <a:schemeClr val="bg1"/>
                </a:solidFill>
              </a:rPr>
              <a:t>Dipl.-Ing. Mario </a:t>
            </a:r>
            <a:r>
              <a:rPr lang="de-DE" sz="3200" dirty="0" err="1">
                <a:solidFill>
                  <a:schemeClr val="bg1"/>
                </a:solidFill>
              </a:rPr>
              <a:t>Preishuber</a:t>
            </a:r>
            <a:endParaRPr lang="de-DE" sz="3200" dirty="0">
              <a:solidFill>
                <a:schemeClr val="bg1"/>
              </a:solidFill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21691600" y="19160637"/>
            <a:ext cx="3119646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3200">
                <a:solidFill>
                  <a:schemeClr val="bg1">
                    <a:alpha val="60000"/>
                  </a:schemeClr>
                </a:solidFill>
              </a:rPr>
              <a:t>PROJEKTANTEN</a:t>
            </a:r>
            <a:endParaRPr lang="de-DE" sz="3200" dirty="0">
              <a:solidFill>
                <a:schemeClr val="bg1">
                  <a:alpha val="60000"/>
                </a:schemeClr>
              </a:solidFill>
            </a:endParaRPr>
          </a:p>
        </p:txBody>
      </p:sp>
      <p:sp>
        <p:nvSpPr>
          <p:cNvPr id="18" name="Textfeld 17"/>
          <p:cNvSpPr txBox="1"/>
          <p:nvPr/>
        </p:nvSpPr>
        <p:spPr>
          <a:xfrm>
            <a:off x="25065040" y="19160636"/>
            <a:ext cx="4348160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3200" dirty="0">
                <a:solidFill>
                  <a:schemeClr val="bg1"/>
                </a:solidFill>
              </a:rPr>
              <a:t>Kevin Silajdzic</a:t>
            </a:r>
            <a:endParaRPr lang="de-DE" sz="3200" baseline="0" dirty="0">
              <a:solidFill>
                <a:schemeClr val="bg1"/>
              </a:solidFill>
            </a:endParaRPr>
          </a:p>
          <a:p>
            <a:pPr algn="l"/>
            <a:r>
              <a:rPr lang="de-DE" sz="3200" baseline="0" dirty="0">
                <a:solidFill>
                  <a:schemeClr val="bg1"/>
                </a:solidFill>
              </a:rPr>
              <a:t>Daniel Jones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31C133C1-8F3E-655D-0664-F1A5F1ED279F}"/>
              </a:ext>
            </a:extLst>
          </p:cNvPr>
          <p:cNvSpPr txBox="1"/>
          <p:nvPr/>
        </p:nvSpPr>
        <p:spPr>
          <a:xfrm>
            <a:off x="585973" y="6099016"/>
            <a:ext cx="12705401" cy="3842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Hauptfunktionen:</a:t>
            </a:r>
            <a:endParaRPr lang="de-DE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de-DE" dirty="0"/>
              <a:t>KI-Feedback zur Ausführung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de-DE" dirty="0"/>
              <a:t>Zählt Wiederholungen &amp; speichert Fortschritte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de-DE" dirty="0"/>
              <a:t>Übersicht über vergangene Workouts</a:t>
            </a:r>
          </a:p>
          <a:p>
            <a:endParaRPr lang="de-AT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501772FF-1A36-02AE-D1FF-8AA641011A44}"/>
              </a:ext>
            </a:extLst>
          </p:cNvPr>
          <p:cNvSpPr txBox="1"/>
          <p:nvPr/>
        </p:nvSpPr>
        <p:spPr>
          <a:xfrm>
            <a:off x="585973" y="9941735"/>
            <a:ext cx="9990587" cy="2342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Ziel:</a:t>
            </a:r>
            <a:br>
              <a:rPr lang="de-DE" dirty="0"/>
            </a:br>
            <a:r>
              <a:rPr lang="de-DE" dirty="0"/>
              <a:t>Richtiges und sicheres Training – für Anfänger*innen und Fortgeschrittene.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36ECEC83-108F-73FC-1DD5-80DB5B78A686}"/>
              </a:ext>
            </a:extLst>
          </p:cNvPr>
          <p:cNvSpPr txBox="1"/>
          <p:nvPr/>
        </p:nvSpPr>
        <p:spPr>
          <a:xfrm>
            <a:off x="585973" y="13147351"/>
            <a:ext cx="13195122" cy="3092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Nutzen:</a:t>
            </a:r>
            <a:br>
              <a:rPr lang="de-DE" dirty="0"/>
            </a:br>
            <a:r>
              <a:rPr lang="de-DE" dirty="0"/>
              <a:t>Spart Zeit, vermeidet Verletzungen, verbessert die Trainingsform.</a:t>
            </a:r>
            <a:endParaRPr lang="de-AT" dirty="0"/>
          </a:p>
          <a:p>
            <a:endParaRPr lang="de-AT" dirty="0"/>
          </a:p>
        </p:txBody>
      </p:sp>
      <p:pic>
        <p:nvPicPr>
          <p:cNvPr id="3" name="Grafik 2" descr="Ein Bild, das Silhouette, Kunst enthält.&#10;&#10;KI-generierte Inhalte können fehlerhaft sein.">
            <a:extLst>
              <a:ext uri="{FF2B5EF4-FFF2-40B4-BE49-F238E27FC236}">
                <a16:creationId xmlns:a16="http://schemas.microsoft.com/office/drawing/2014/main" id="{C97BB7E7-8961-AA28-58EC-DB2A96F9C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2466" y="3625267"/>
            <a:ext cx="12972093" cy="12972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506291"/>
      </p:ext>
    </p:extLst>
  </p:cSld>
  <p:clrMapOvr>
    <a:masterClrMapping/>
  </p:clrMapOvr>
</p:sld>
</file>

<file path=ppt/theme/theme1.xml><?xml version="1.0" encoding="utf-8"?>
<a:theme xmlns:a="http://schemas.openxmlformats.org/drawingml/2006/main" name="Elektronik">
  <a:themeElements>
    <a:clrScheme name="Office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Desig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39868d9-8e95-45bc-83ba-82132d321acb">
      <Terms xmlns="http://schemas.microsoft.com/office/infopath/2007/PartnerControls"/>
    </lcf76f155ced4ddcb4097134ff3c332f>
    <TaxCatchAll xmlns="2fe66b02-ee31-4649-8513-d45fa9753ec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D8B956648DEE047ADDF78BFAC90AFFC" ma:contentTypeVersion="18" ma:contentTypeDescription="Ein neues Dokument erstellen." ma:contentTypeScope="" ma:versionID="705f7a7107ac7b18b23cc577bb05ddf6">
  <xsd:schema xmlns:xsd="http://www.w3.org/2001/XMLSchema" xmlns:xs="http://www.w3.org/2001/XMLSchema" xmlns:p="http://schemas.microsoft.com/office/2006/metadata/properties" xmlns:ns2="139868d9-8e95-45bc-83ba-82132d321acb" xmlns:ns3="2fe66b02-ee31-4649-8513-d45fa9753ec2" targetNamespace="http://schemas.microsoft.com/office/2006/metadata/properties" ma:root="true" ma:fieldsID="01357a9511d91edc8d05e21b3f5331ea" ns2:_="" ns3:_="">
    <xsd:import namespace="139868d9-8e95-45bc-83ba-82132d321acb"/>
    <xsd:import namespace="2fe66b02-ee31-4649-8513-d45fa9753e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MediaServiceObjectDetectorVersion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9868d9-8e95-45bc-83ba-82132d321a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Bildmarkierungen" ma:readOnly="false" ma:fieldId="{5cf76f15-5ced-4ddc-b409-7134ff3c332f}" ma:taxonomyMulti="true" ma:sspId="1ad04c9c-2d19-4dbf-9b4f-ffec7dfd6d5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e66b02-ee31-4649-8513-d45fa9753ec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10b003ac-eda0-4a99-9a70-2df02b00171d}" ma:internalName="TaxCatchAll" ma:showField="CatchAllData" ma:web="2fe66b02-ee31-4649-8513-d45fa9753e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62D7AF2-5232-40EF-A1E3-8AA6E25B8F43}">
  <ds:schemaRefs>
    <ds:schemaRef ds:uri="http://schemas.microsoft.com/office/2006/metadata/properties"/>
    <ds:schemaRef ds:uri="http://schemas.microsoft.com/office/infopath/2007/PartnerControls"/>
    <ds:schemaRef ds:uri="139868d9-8e95-45bc-83ba-82132d321acb"/>
    <ds:schemaRef ds:uri="2fe66b02-ee31-4649-8513-d45fa9753ec2"/>
  </ds:schemaRefs>
</ds:datastoreItem>
</file>

<file path=customXml/itemProps2.xml><?xml version="1.0" encoding="utf-8"?>
<ds:datastoreItem xmlns:ds="http://schemas.openxmlformats.org/officeDocument/2006/customXml" ds:itemID="{6B6D7A92-1D2B-48B1-97EB-1199B4F809F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855B245-999C-4603-8602-25F7F80FC0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9868d9-8e95-45bc-83ba-82132d321acb"/>
    <ds:schemaRef ds:uri="2fe66b02-ee31-4649-8513-d45fa9753e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66</Words>
  <Application>Microsoft Office PowerPoint</Application>
  <PresentationFormat>Benutzerdefiniert</PresentationFormat>
  <Paragraphs>16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Elektronik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Hanl Christian</dc:creator>
  <cp:lastModifiedBy>Silajdzic Kevin</cp:lastModifiedBy>
  <cp:revision>21</cp:revision>
  <dcterms:created xsi:type="dcterms:W3CDTF">2016-03-04T09:01:05Z</dcterms:created>
  <dcterms:modified xsi:type="dcterms:W3CDTF">2025-11-26T07:45:59Z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0x0101009D8B956648DEE047ADDF78BFAC90AFFC</vt:lpwstr>
  </property>
  <property fmtid="{D5CDD505-2E9C-101B-9397-08002B2CF9AE}" pid="3" name="MediaServiceImageTags">
    <vt:lpwstr/>
  </property>
</Properties>
</file>